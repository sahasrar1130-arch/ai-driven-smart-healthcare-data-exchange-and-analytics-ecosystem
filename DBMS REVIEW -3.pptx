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E52E1-4D1D-BA76-97C8-9385101344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1A8C5A-D99F-4F91-BCAE-3699B95950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DF16A-23E8-2D3C-92C8-69535599B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4A74A-95A1-4E4F-B1B2-70579443F9F9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287F28-EF97-0BB4-5DB2-F1CD71E57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7070D6-1386-B971-ABCC-395E5C8A7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006CA-91AD-4B22-9497-0C7C690216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3005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DD800-2C74-131E-CA08-67EFD2FFB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DB5FF-4062-0A4B-A4D6-295587148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496D9-9DB0-F442-CF83-3E5D432D6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4A74A-95A1-4E4F-B1B2-70579443F9F9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FB21C-9602-4D10-3313-E9A9C87CF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95535-8E85-E948-1851-F79E46762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006CA-91AD-4B22-9497-0C7C690216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3252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40BE5-6163-0AE9-E849-A75B362AE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70C79B-862F-F943-46BC-7375CBC670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5D8ACD-4EA4-2DCE-25AE-00EA51C99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4A74A-95A1-4E4F-B1B2-70579443F9F9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1F7963-C90F-F16F-D803-0B14D3A7D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994D8-CC14-DF66-10ED-BFA08AFF4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006CA-91AD-4B22-9497-0C7C690216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2367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B8D64-BA28-6DDF-1C31-7871F573E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40F3C-A1D9-2C9D-ED6F-270432F6DE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F67C52-38E3-9B7D-E9BA-836DD8CD9C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41C348-AA6D-7335-6550-F06064966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4A74A-95A1-4E4F-B1B2-70579443F9F9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29BA2F-A36D-13BA-2DC0-BACB61525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AC5D77-77F6-7D06-3E4E-6C5EED0CD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006CA-91AD-4B22-9497-0C7C690216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6074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9C77E-E425-90C3-C429-EF25A023E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7EF4F2-E3B5-3C13-A82C-4373AF7D1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00420D-135F-0F36-597D-D7619B5A27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71F7E0-BE93-4748-EFA5-4343E9C6E7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01F91B-8F52-20A7-2D42-94B81E4ACF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A9427E-B480-2D97-20FE-231A28F7C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4A74A-95A1-4E4F-B1B2-70579443F9F9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E60E7F-FABC-48E8-76B1-6FB08E991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B06E7E-BB08-3F21-1044-2FACCA274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006CA-91AD-4B22-9497-0C7C690216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8003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7197D-91C8-901F-B0A3-39C228784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012132-B444-A42A-4CF3-3AE2C3D5F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4A74A-95A1-4E4F-B1B2-70579443F9F9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50C35D-BEEB-81B7-67A0-DF25810FC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659523-209A-7998-114C-F2677251C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006CA-91AD-4B22-9497-0C7C690216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359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9E9113-4EDF-FC6C-024D-30B338224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4A74A-95A1-4E4F-B1B2-70579443F9F9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4C37C5-53E3-9E6D-663B-0BF8D3361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1ED5F2-7A0E-F73C-17F9-FA6CEE2D5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006CA-91AD-4B22-9497-0C7C690216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7676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F8E17-E9B2-4EB6-DB36-3928FF103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2EBBF-D140-2754-149F-B3B3692594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F17C10-0271-2261-FE74-4EE69CA91E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68619D-A202-A80D-C95A-8A32EE9CB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4A74A-95A1-4E4F-B1B2-70579443F9F9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E6C70E-FE35-2346-CAEE-00D6FFF07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1C4FC2-DBE7-9105-8998-37D9329AC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006CA-91AD-4B22-9497-0C7C690216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3075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167E0-5B40-6F85-4702-24D504BF1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F204D9-4030-64AB-361D-C618FB958A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C4DBDF-291B-44D6-17C2-D8B845157F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B172F0-9B73-A74A-B8CC-F666236E0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4A74A-95A1-4E4F-B1B2-70579443F9F9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702016-FCAF-2A12-A5EE-B79201752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66CEA0-5498-5BA5-36F8-047A0F36E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006CA-91AD-4B22-9497-0C7C690216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9901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EC1CF-F61B-2132-62A2-6C68C72C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D37B30-DEC6-642C-3086-7937A13AAB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2F382-4790-363D-CCDD-20C7FAB7F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4A74A-95A1-4E4F-B1B2-70579443F9F9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04365-FA2A-7787-E3FD-1DDD5A5B6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DB7A8E-CDC0-0F2F-CFFB-D17E16DA5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006CA-91AD-4B22-9497-0C7C690216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2568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8AA32E-33BD-492C-F706-9F0A9441DF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F8EB35-AABF-0E66-0F0F-BEAC1BDD5D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D007F3-7162-DFC4-B419-C7EBD01BA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4A74A-95A1-4E4F-B1B2-70579443F9F9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CBB404-E3C1-C250-5FC9-4F5C3879A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83064-A846-96CD-240C-04EC1A921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006CA-91AD-4B22-9497-0C7C690216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0501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07F658-78E3-F094-A844-6F417048B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DFE52E-9984-1EFF-4B6D-BBB6E8E22B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45302-FEAB-1C36-FEBF-5EEFD5D44C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84A74A-95A1-4E4F-B1B2-70579443F9F9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67124-F288-B9F6-047D-CA52ADABA6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D3274-867B-A28C-19D0-B5DF87978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1006CA-91AD-4B22-9497-0C7C690216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0412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D151E-C123-FA62-C051-1EA578E675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85860E-5E7E-2F1D-C4B6-37A7490DB6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E48AAD-1406-5CF0-2F69-C2D812EA6D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648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935D3D-6668-5561-AB99-669ADD5344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79" y="0"/>
            <a:ext cx="120084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474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A0EC8E-E1F4-3480-192A-5964170BC0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786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BFCE25-5BA7-5658-190A-0297AF8565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28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A45143-8E2F-261A-B8BF-095E74044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8658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274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A9E5EE-A1B8-E9CE-40AA-C299118953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711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F9D401-8AE6-741C-5798-EB4FE2FCF7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826"/>
            <a:ext cx="12192000" cy="6789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855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2AB830-09F4-5E67-E610-C9D03039DF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8490"/>
            <a:ext cx="12192000" cy="6769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54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3C1A1F-B0DE-5B9A-E201-50D6F8BA80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97" y="0"/>
            <a:ext cx="12103510" cy="6779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3555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ashwini goud</dc:creator>
  <cp:lastModifiedBy>ashwini goud</cp:lastModifiedBy>
  <cp:revision>1</cp:revision>
  <dcterms:created xsi:type="dcterms:W3CDTF">2026-09-12T14:45:24Z</dcterms:created>
  <dcterms:modified xsi:type="dcterms:W3CDTF">2026-09-12T14:45:55Z</dcterms:modified>
</cp:coreProperties>
</file>