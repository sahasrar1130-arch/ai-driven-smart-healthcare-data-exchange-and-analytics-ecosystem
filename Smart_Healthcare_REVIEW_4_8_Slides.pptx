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52E1-4D1D-BA76-97C8-938510134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A8C5A-D99F-4F91-BCAE-3699B9595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F16A-23E8-2D3C-92C8-69535599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7F28-EF97-0BB4-5DB2-F1CD71E5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070D6-1386-B971-ABCC-395E5C8A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0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D800-2C74-131E-CA08-67EFD2FF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B5FF-4062-0A4B-A4D6-295587148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496D9-9DB0-F442-CF83-3E5D432D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FB21C-9602-4D10-3313-E9A9C87C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95535-8E85-E948-1851-F79E4676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5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0BE5-6163-0AE9-E849-A75B362A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0C79B-862F-F943-46BC-7375CBC67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D8ACD-4EA4-2DCE-25AE-00EA51C9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F7963-C90F-F16F-D803-0B14D3A7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94D8-CC14-DF66-10ED-BFA08AFF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36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8D64-BA28-6DDF-1C31-7871F573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0F3C-A1D9-2C9D-ED6F-270432F6D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67C52-38E3-9B7D-E9BA-836DD8CD9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1C348-AA6D-7335-6550-F0606496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9BA2F-A36D-13BA-2DC0-BACB6152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C5D77-77F6-7D06-3E4E-6C5EED0C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7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C77E-E425-90C3-C429-EF25A023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EF4F2-E3B5-3C13-A82C-4373AF7D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0420D-135F-0F36-597D-D7619B5A2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1F7E0-BE93-4748-EFA5-4343E9C6E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1F91B-8F52-20A7-2D42-94B81E4AC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9427E-B480-2D97-20FE-231A28F7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E60E7F-FABC-48E8-76B1-6FB08E99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06E7E-BB08-3F21-1044-2FACCA27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00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197D-91C8-901F-B0A3-39C22878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12132-B444-A42A-4CF3-3AE2C3D5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0C35D-BEEB-81B7-67A0-DF25810F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59523-209A-7998-114C-F2677251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5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E9113-4EDF-FC6C-024D-30B33822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C37C5-53E3-9E6D-663B-0BF8D336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ED5F2-7A0E-F73C-17F9-FA6CEE2D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67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8E17-E9B2-4EB6-DB36-3928FF10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EBBF-D140-2754-149F-B3B369259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17C10-0271-2261-FE74-4EE69CA91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19D-A202-A80D-C95A-8A32EE9C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6C70E-FE35-2346-CAEE-00D6FFF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C4FC2-DBE7-9105-8998-37D9329A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7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67E0-5B40-6F85-4702-24D504BF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F204D9-4030-64AB-361D-C618FB958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4DBDF-291B-44D6-17C2-D8B845157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172F0-9B73-A74A-B8CC-F666236E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02016-FCAF-2A12-A5EE-B7920175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6CEA0-5498-5BA5-36F8-047A0F36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90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C1CF-F61B-2132-62A2-6C68C72C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37B30-DEC6-642C-3086-7937A13A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F382-4790-363D-CCDD-20C7FAB7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04365-FA2A-7787-E3FD-1DDD5A5B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B7A8E-CDC0-0F2F-CFFB-D17E16DA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5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AA32E-33BD-492C-F706-9F0A9441D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8EB35-AABF-0E66-0F0F-BEAC1BDD5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007F3-7162-DFC4-B419-C7EBD01B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B404-E3C1-C250-5FC9-4F5C3879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83064-A846-96CD-240C-04EC1A92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011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7F658-78E3-F094-A844-6F417048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FE52E-9984-1EFF-4B6D-BBB6E8E22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5302-FEAB-1C36-FEBF-5EEFD5D44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4A74A-95A1-4E4F-B1B2-70579443F9F9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7124-F288-B9F6-047D-CA52ADABA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D3274-867B-A28C-19D0-B5DF87978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06CA-91AD-4B22-9497-0C7C69021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1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D151E-C123-FA62-C051-1EA578E67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5860E-5E7E-2F1D-C4B6-37A7490DB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48AAD-1406-5CF0-2F69-C2D812EA6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48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35D3D-6668-5561-AB99-669ADD534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79" y="0"/>
            <a:ext cx="12008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7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0EC8E-E1F4-3480-192A-5964170BC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8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FCE25-5BA7-5658-190A-0297AF856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45143-8E2F-261A-B8BF-095E74044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658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7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A9E5EE-A1B8-E9CE-40AA-C29911895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1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02920" y="5074920"/>
            <a:ext cx="1508760" cy="150876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566928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656832"/>
            <a:ext cx="11369040" cy="15240"/>
          </a:xfrm>
          <a:prstGeom prst="rect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5321808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5623560"/>
            <a:ext cx="82296" cy="82296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502920"/>
            <a:ext cx="1234440" cy="1234440"/>
          </a:xfrm>
          <a:prstGeom prst="ellipse">
            <a:avLst/>
          </a:prstGeom>
          <a:solidFill>
            <a:srgbClr val="0A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-320040"/>
            <a:ext cx="2011680" cy="2011680"/>
          </a:xfrm>
          <a:prstGeom prst="ellipse">
            <a:avLst/>
          </a:prstGeom>
          <a:solidFill>
            <a:srgbClr val="3D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9D401-8AE6-741C-5798-EB4FE2FCF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826"/>
            <a:ext cx="12192000" cy="67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5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50"/>
                </a:solidFill>
              </a:defRPr>
            </a:pPr>
            <a:r>
              <a:t>REVIEW 4 — Implementation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737D"/>
                </a:solidFill>
              </a:defRPr>
            </a:pPr>
            <a:r>
              <a:t>AI-Driven Smart Healthcare Data Exchange and Analytics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874519"/>
          </a:xfrm>
          <a:prstGeom prst="rect">
            <a:avLst/>
          </a:prstGeom>
          <a:solidFill>
            <a:srgbClr val="48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8B5D2"/>
                </a:solidFill>
              </a:defRPr>
            </a:pPr>
            <a:r>
              <a:t>Frontend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741"/>
                </a:solidFill>
              </a:defRPr>
            </a:pPr>
            <a:r>
              <a:t>• React.js + Vite</a:t>
            </a:r>
            <a:br/>
            <a:r>
              <a:t>• JWT authentication</a:t>
            </a:r>
            <a:br/>
            <a:r>
              <a:t>• Role-Based Access Control</a:t>
            </a:r>
            <a:br/>
            <a:r>
              <a:t>• Patient, records, lab, prescription and consent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874519"/>
          </a:xfrm>
          <a:prstGeom prst="rect">
            <a:avLst/>
          </a:prstGeom>
          <a:solidFill>
            <a:srgbClr val="08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7EA4"/>
                </a:solidFill>
              </a:defRPr>
            </a:pPr>
            <a:r>
              <a:t>Data &amp;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741"/>
                </a:solidFill>
              </a:defRPr>
            </a:pPr>
            <a:r>
              <a:t>• FastAPI backend</a:t>
            </a:r>
            <a:br/>
            <a:r>
              <a:t>• PostgreSQL + pgvector</a:t>
            </a:r>
            <a:br/>
            <a:r>
              <a:t>• MongoDB wearable data</a:t>
            </a:r>
            <a:br/>
            <a:r>
              <a:t>• Redis</a:t>
            </a:r>
            <a:br/>
            <a:r>
              <a:t>• Branch-to-branch data exchange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64008" cy="1874519"/>
          </a:xfrm>
          <a:prstGeom prst="rect">
            <a:avLst/>
          </a:prstGeom>
          <a:solidFill>
            <a:srgbClr val="7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5544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056A0"/>
                </a:solidFill>
              </a:defRPr>
            </a:pPr>
            <a:r>
              <a:t>Events &amp;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9202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741"/>
                </a:solidFill>
              </a:defRPr>
            </a:pPr>
            <a:r>
              <a:t>• Kafka notifications/events</a:t>
            </a:r>
            <a:br/>
            <a:r>
              <a:t>• Semantic search with embeddings</a:t>
            </a:r>
            <a:br/>
            <a:r>
              <a:t>• Ollama Llama 3.2:3b</a:t>
            </a:r>
            <a:br/>
            <a:r>
              <a:t>• RAG answer with source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64008" cy="1965960"/>
          </a:xfrm>
          <a:prstGeom prst="rect">
            <a:avLst/>
          </a:prstGeom>
          <a:solidFill>
            <a:srgbClr val="2B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8C6E"/>
                </a:solidFill>
              </a:defRPr>
            </a:pPr>
            <a:r>
              <a:t>Verified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741"/>
                </a:solidFill>
              </a:defRPr>
            </a:pPr>
            <a:r>
              <a:t>• P001 patient data successfully displayed</a:t>
            </a:r>
            <a:br/>
            <a:r>
              <a:t>• Wearable analytics: 2 records</a:t>
            </a:r>
            <a:br/>
            <a:r>
              <a:t>• Average heart rate: 86.5 bpm</a:t>
            </a:r>
            <a:br/>
            <a:r>
              <a:t>• Average SpO₂: 97.5%</a:t>
            </a:r>
            <a:br/>
            <a:r>
              <a:t>• Total steps: 14,200</a:t>
            </a:r>
            <a:br/>
            <a:r>
              <a:t>• Average sleep: 7.65 hours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6616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566160"/>
            <a:ext cx="64008" cy="1965960"/>
          </a:xfrm>
          <a:prstGeom prst="rect">
            <a:avLst/>
          </a:prstGeom>
          <a:solidFill>
            <a:srgbClr val="08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703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7EA4"/>
                </a:solidFill>
              </a:defRPr>
            </a:pPr>
            <a:r>
              <a:t>AI &amp; Exchange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69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741"/>
                </a:solidFill>
              </a:defRPr>
            </a:pPr>
            <a:r>
              <a:t>• Main Hospital → Secunderabad Branch exchange</a:t>
            </a:r>
            <a:br/>
            <a:r>
              <a:t>• Consent workflow demonstrated</a:t>
            </a:r>
            <a:br/>
            <a:r>
              <a:t>• Kafka exchange events demonstrated</a:t>
            </a:r>
            <a:br/>
            <a:r>
              <a:t>• RAG retrieves hypertension medical record</a:t>
            </a:r>
            <a:br/>
            <a:r>
              <a:t>• AI assistant returns grounded answer with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28232"/>
            <a:ext cx="10881360" cy="13716"/>
          </a:xfrm>
          <a:prstGeom prst="rect">
            <a:avLst/>
          </a:prstGeom>
          <a:solidFill>
            <a:srgbClr val="C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737D"/>
                </a:solidFill>
              </a:defRPr>
            </a:pPr>
            <a:r>
              <a:t>AI-Driven Smart Healthcare Data Exchange and Analytics Ecosystem • Review 4</a:t>
            </a:r>
          </a:p>
        </p:txBody>
      </p:sp>
    </p:spTree>
    <p:extLst>
      <p:ext uri="{BB962C8B-B14F-4D97-AF65-F5344CB8AC3E}">
        <p14:creationId xmlns:p14="http://schemas.microsoft.com/office/powerpoint/2010/main" val="198154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goud</dc:creator>
  <cp:lastModifiedBy>ashwini goud</cp:lastModifiedBy>
  <cp:revision>1</cp:revision>
  <dcterms:created xsi:type="dcterms:W3CDTF">2026-09-12T14:45:24Z</dcterms:created>
  <dcterms:modified xsi:type="dcterms:W3CDTF">2026-09-12T14:45:55Z</dcterms:modified>
</cp:coreProperties>
</file>