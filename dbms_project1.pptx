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sahasra" userId="6e6119b568557d74" providerId="LiveId" clId="{E1E3FAEC-68FC-425C-8392-655359A21CBE}"/>
    <pc:docChg chg="modSld">
      <pc:chgData name="r sahasra" userId="6e6119b568557d74" providerId="LiveId" clId="{E1E3FAEC-68FC-425C-8392-655359A21CBE}" dt="2026-08-08T15:59:01.074" v="3" actId="14100"/>
      <pc:docMkLst>
        <pc:docMk/>
      </pc:docMkLst>
      <pc:sldChg chg="addSp mod">
        <pc:chgData name="r sahasra" userId="6e6119b568557d74" providerId="LiveId" clId="{E1E3FAEC-68FC-425C-8392-655359A21CBE}" dt="2026-08-08T15:58:36.834" v="0" actId="22"/>
        <pc:sldMkLst>
          <pc:docMk/>
          <pc:sldMk cId="113729782" sldId="259"/>
        </pc:sldMkLst>
        <pc:picChg chg="add">
          <ac:chgData name="r sahasra" userId="6e6119b568557d74" providerId="LiveId" clId="{E1E3FAEC-68FC-425C-8392-655359A21CBE}" dt="2026-08-08T15:58:36.834" v="0" actId="22"/>
          <ac:picMkLst>
            <pc:docMk/>
            <pc:sldMk cId="113729782" sldId="259"/>
            <ac:picMk id="6" creationId="{864A6756-6593-9926-CECA-22B756CACF66}"/>
          </ac:picMkLst>
        </pc:picChg>
      </pc:sldChg>
      <pc:sldChg chg="addSp modSp mod">
        <pc:chgData name="r sahasra" userId="6e6119b568557d74" providerId="LiveId" clId="{E1E3FAEC-68FC-425C-8392-655359A21CBE}" dt="2026-08-08T15:59:01.074" v="3" actId="14100"/>
        <pc:sldMkLst>
          <pc:docMk/>
          <pc:sldMk cId="3141073063" sldId="262"/>
        </pc:sldMkLst>
        <pc:picChg chg="add mod">
          <ac:chgData name="r sahasra" userId="6e6119b568557d74" providerId="LiveId" clId="{E1E3FAEC-68FC-425C-8392-655359A21CBE}" dt="2026-08-08T15:59:01.074" v="3" actId="14100"/>
          <ac:picMkLst>
            <pc:docMk/>
            <pc:sldMk cId="3141073063" sldId="262"/>
            <ac:picMk id="6" creationId="{1C8DA3EF-6B07-72F8-02D7-8B894DFDBF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7EE8-0105-93C7-25B5-094BFCAD5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56850-D418-B069-2994-2AD2EC39B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DFBB-B8FC-14D2-EA4A-B2F3A091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AE15D-45A4-C0FB-B57D-76328B77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024DB-4E03-ACB6-4AAD-64B2C533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93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DBC1-3E7F-1D3C-589F-E915DF5C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D810-A6B8-5E88-150A-3C00D979C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20F7-D82E-CE8B-1B66-F237A1EFC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71EB-7E90-99CA-7D84-1DDCE662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9DC1-4C09-C763-2D08-D350FB92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94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D5DC-9C68-B754-59E4-DF96C6A0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3C4BF-2509-0022-12D6-BC65CCE42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C1BE-9CC6-C7B6-EA84-343C99AF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BDB07-C95F-E272-1A64-68D14580E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F96A1-6C94-CD57-50A8-E933CCE6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55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B34E-FED9-4727-EBB3-74F1B713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C910-68B9-DDD0-C26C-37BEE8ACB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1F427-7405-A4D7-9E33-69A7237E0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E3F08-7ED2-5557-8F4E-F9A33ED5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0CF1A-5F7A-C500-BED2-367DEF26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644E7-C9D7-09AC-77B3-D33E9523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7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B494-9982-758C-1E83-0CDE3B15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9FEFA-871B-0B17-0D52-406E2F9B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32222-22A6-4287-08A8-17987C11D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F9751-A7C6-01EB-DF23-3D6E8ACF1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89AAC-89E7-AA90-4720-994DDBEF1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87A320-0F04-F21B-0204-FECDE95A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CE179-7330-3916-0D9E-E1805D3D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CB2BC-45D2-BC96-2933-1E3D41EC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6849-52F6-F2DA-76F4-BD6FC2D6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4DB59-0F30-41F4-9B48-401D0307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D8B1B-25C2-28F2-2902-4924489B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C04EE-C6CC-38D4-761C-DB705424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30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7F9A0-A59B-165D-C8A3-BE3FD586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3B4AC-EE2A-426F-C060-074C12BB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25A9-B9DD-5268-65E4-2A3012FE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09D8-1645-48DE-385B-35BB9C42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3585E-64C8-C10E-AFC1-DCA0363BD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79342-10E9-49FE-391E-A2BA840C2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C81AF-0A98-97D6-1C71-9057661B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9C5D2-38DB-FD7F-957D-90DA0CE6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5AEE9-A7B4-914A-33A9-410890BA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21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B6B7-6C76-BE45-7D93-61B3D77E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D72EA-EBC1-F6B4-3F08-9627820AB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A628F-EB8B-CEF0-86D7-AA1ADC3CA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FADA3-2E51-3AD5-C7BB-72A882B6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D3A04-57B4-10BF-EEEF-E2B00D839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01F58-7316-FBA7-699C-22239FA7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F8C3-9B33-DA17-E425-53F5762C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964E8-9FBE-4786-E776-9FD97FBF1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7AE9-4D17-9FEF-1A75-D5167F67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85AFA-0968-1A9A-C289-6E41D116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3591-3D8B-DDE9-7A92-6CFEB6A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17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1D57E0-5E46-5706-2D50-4F10E0FA7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924BB-80DA-8F0E-3EF5-8DC22B9F1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599B3-BC18-2B3D-6173-10F46B34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D27BF-1E22-326B-1389-5CA1EABB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E0A3-5B5A-9ADC-6347-876B16A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33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DC279-A849-4E39-FC6D-94D18C1B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16BFA-0AAF-EA91-89A9-93B3E433F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9655-4028-517F-CE5D-0C681DB59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1FB58-C69F-46B5-A9F8-202B149FB77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7EAA-82E0-F507-B5F1-FA333A1CA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23947-7352-1947-1187-8C65BEC05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01047-2BB5-4484-9A94-186D5BCA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5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1110-4847-456C-789C-CFD170786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3B884-B41F-0341-210F-9AA62E096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D9E7B-5B27-23A3-399A-88D38FDD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2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06F1-FA61-43C3-3FD8-7B349E285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3EFC2-EECA-444D-F588-8D44BFF444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F4B83-1587-05DD-4AF3-3EDE92D1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8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05A2-0646-F9E2-8644-519D137CA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D184A3-F4EA-EBD5-9D9D-1D511198B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939"/>
            <a:ext cx="12192000" cy="681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D2E2-6391-A616-A1A4-8539E63DB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F641B-2796-63E7-D3F6-B01E1B6CD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C0DEF-5D7B-A559-4DAF-483A86C3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A6756-6593-9926-CECA-22B756CA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0342-5040-E5AF-1CCE-F2F5E6DBD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3C53B-100A-2B42-C83A-0D598EE4B9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07611-2B91-B1B4-F828-1EAB8B8E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8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6EFF3-55F2-D843-8757-F09F10C50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3EB04-4F34-B640-09C1-4FC4FF927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8ABFCA-9B76-2954-65E3-2491E8DD2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2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79FE-3C61-00A9-6934-4B8D09B54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E5FA1-E015-FEE3-9145-0416CE756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420E7-B292-0288-94FC-38FD4E3B6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541827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DA3EF-6B07-72F8-02D7-8B894DFD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541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7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sahasra</dc:creator>
  <cp:lastModifiedBy>r sahasra</cp:lastModifiedBy>
  <cp:revision>2</cp:revision>
  <dcterms:created xsi:type="dcterms:W3CDTF">2026-08-02T01:44:38Z</dcterms:created>
  <dcterms:modified xsi:type="dcterms:W3CDTF">2026-08-08T15:59:33Z</dcterms:modified>
</cp:coreProperties>
</file>