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Literature Review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Literature Review • Review–2 • 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Study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Contribution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Study A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AI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EHR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Conceptual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Study B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HIS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HealthData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Surveillance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Fragmentation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Study C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IoT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CloudDB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Analytics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Study D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Cloud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CloudDB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Interoperability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Study E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AI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BigData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Prediction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6692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Five studies compared using the same short format as the faculty guideline.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Types of Gaps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Literature Review • Review–2 • 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051560"/>
          <a:ext cx="109728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5722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Type of Gap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Example from Reviewed Papers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Integration Gap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Heterogeneous healthcare systems and data sources remain difficult to integrate.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Real-Time Gap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Latency and accuracy must be balanced in real-time analytics.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Scalability Gap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High-volume healthcare data requires scalable processing.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Data Sharing Gap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Delayed or incomplete data sharing affects surveillance and coordination.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Explainability Gap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Transparent AI decisions are needed for clinical trust.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Security Gap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Privacy, secure sharing and IoMT security remain concerns.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Validation Gap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Some frameworks remain conceptual and require practical evaluation.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Gap Analysis – Complete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Literature Review • Review–2 •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Existing Study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 / Approach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Limitation / Gap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Study 1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AI + Data Integration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Intelligent ecosystem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Conceptual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Study 2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HIS + Surveillance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Real-world challenges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Data sharing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Study 3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IoT + Edge/Cloud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Real-time analytics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Study 4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Cloud + AI + IoMT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Secure analytics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Interoperability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Study 5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AI + Big Data + XAI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Smart healthcare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7150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2D4A"/>
                </a:solidFill>
              </a:defRPr>
            </a:pPr>
            <a:r>
              <a:t>Overall gap: Existing studies address individual capabilities, but their integrated and practically validated use remains insufficient.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Detailed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Literature Review • Review–2 •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51560"/>
          <a:ext cx="11567157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451"/>
                <a:gridCol w="1652451"/>
                <a:gridCol w="1652451"/>
                <a:gridCol w="1652451"/>
                <a:gridCol w="1652451"/>
                <a:gridCol w="1652451"/>
                <a:gridCol w="1652451"/>
              </a:tblGrid>
              <a:tr h="8610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S.No.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Existing Approach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 / DB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What It Provides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Identified Gap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Proposed Improvement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</a:tr>
              <a:tr h="8610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Intelligent Ecosystem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AI / EHR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Conceptual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</a:tr>
              <a:tr h="8610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Health Surveillance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HIS / HealthData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Sharing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Fragmentation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Interoperability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Standardization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8610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Real-Time Analytics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IoT / CloudDB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Analytics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Real-time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Optimization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</a:tr>
              <a:tr h="8610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Secure Healthcare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Cloud / CloudDB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Interoperability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Secure data layer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86106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Smart Healthcare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AI / BigData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Prediction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Unified system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32A32"/>
                          </a:solidFill>
                        </a:defRPr>
                      </a:pPr>
                      <a:r>
                        <a:t>Integrated framework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Critical Synthesis &amp; Proposed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6539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3"/>
                </a:solidFill>
              </a:defRPr>
            </a:pPr>
            <a:r>
              <a:t>Literature Review • Review–2 • 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5156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Literature Finding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Observed Limitation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Direction</a:t>
                      </a:r>
                    </a:p>
                  </a:txBody>
                  <a:tcPr marL="45720" marR="45720" marT="32004" marB="32004">
                    <a:solidFill>
                      <a:srgbClr val="1A2D4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Data Integration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Fragmented sources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Unified data layer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Real-Time Analytics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Latency / scalability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Optimized processing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AI Prediction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Limited transparency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Explainable AI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Cloud / IoMT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Security / interoperability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Secure integration</a:t>
                      </a:r>
                    </a:p>
                  </a:txBody>
                  <a:tcPr marL="45720" marR="45720" marT="32004" marB="32004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Existing Frameworks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Limited validation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32A32"/>
                          </a:solidFill>
                        </a:defRPr>
                      </a:pPr>
                      <a:r>
                        <a:t>Experimental evaluation</a:t>
                      </a:r>
                    </a:p>
                  </a:txBody>
                  <a:tcPr marL="45720" marR="45720" marT="32004" marB="32004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5321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898B"/>
                </a:solidFill>
              </a:defRPr>
            </a:pPr>
            <a:r>
              <a:t>Proposed direction: Multi-source Data → Integration → Real-Time Analytics → AI Prediction → Explainability → Security → Continuous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